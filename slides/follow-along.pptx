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Three ways. On the projector during the do-along instead of switching windows. As a handout for anyone without a laptop. As the fallback if the wifi dies: every capture here is real.</a:t>
            </a:r>
          </a:p>
          <a:p/>
          <a:p>
            <a:r>
              <a:t>KNOW: Attendees' own screens will differ in wording, because Claude phrases things its own way each time. The tables and numbers will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Triage shows zero tools on purpose. Those tools only appear once a triage agent is deployed, which you will do in about forty minutes.</a:t>
            </a:r>
          </a:p>
          <a:p/>
          <a:p>
            <a:r>
              <a:t>IF STUCK: No READY means a person to help now, not at minute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Exhibit B, live. Every number is true and none is labelled as a problem. A team that reads only the board update never looks at this table.</a:t>
            </a:r>
          </a:p>
          <a:p/>
          <a:p>
            <a:r>
              <a:t>POINT AT: The Next quarter column. The company is already sliding before anyone signs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message 12 from the night of texts, sent for real. The agent did everything right. Hold on to that 31 hours.</a:t>
            </a:r>
          </a:p>
          <a:p/>
          <a:p>
            <a:r>
              <a:t>SAY: The refill went nowhere useful. Remember that too; the loop will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Same tools, two front doors. With patients, we run the loop and see every word. With Prairie, she runs the loop and we see function names.</a:t>
            </a:r>
          </a:p>
          <a:p/>
          <a:p>
            <a:r>
              <a:t>LAND: What your customer can see is exactly what you handed them, and no more. We never handed her a way to ask how long a flag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what a product manager does with support tickets. It just reads all of them, every week.</a:t>
            </a:r>
          </a:p>
          <a:p/>
          <a:p>
            <a:r>
              <a:t>KNOW: Wording on each laptop differs. The file names and numbers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Read the board column first. Then the two red rows. Do not draw the conclusion; the tool is about to ask them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ROOM: Take three answers out loud before Screen types one. Call on a team whose line 2 was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pocket memo from the case, written by the loop from raw logs instead of by an exhausted head of clinical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Every one of these is real demand. Only one of them changes the two red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ROOM: Vote each one. Linger on the first. Someone will argue a higher bar saves nurse time; if the room agrees, let them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messages are Exhibit E on your paper. The traps are 5, 9, 12, and 13: already had juice, doesn't hurt, probably nothing, don't tell the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You just made a clinical decision with a parameter. Who signs off on that number in your company?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AT: Deployments live, top right: triage since week 40. Then the Next quarter column, row by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board question with evidence behind it. Forty-two hours is the honest number: triage buys time, it does not buy nurses, and the flat fee still does not pay for the care the agent uncovered.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Where is this bottleneck hiding in your market? When your AI works, whose queue grows, and who is watching that number this week?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low alo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tup: READ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company on one sc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 the ag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other front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ep 1: /pm-r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: board vs lo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t stops and asks yo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diagno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proposa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ep 2: /deploy tri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test at the defa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same test at 190 over 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company af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 Prairie, with and with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 you just d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