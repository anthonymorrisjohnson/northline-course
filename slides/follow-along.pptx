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Three ways. On the projector during the do-along instead of switching windows. As a handout for anyone without a laptop. As the fallback if the wifi dies: every capture here is real.</a:t>
            </a:r>
          </a:p>
          <a:p/>
          <a:p>
            <a:r>
              <a:t>KNOW: Attendees' own screens will differ in wording, because Claude phrases things its own way each time. The tables and numbers will match.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Triage shows zero tools on purpose. Those tools only appear once a triage agent is deployed, which you will do in about forty minutes.</a:t>
            </a:r>
          </a:p>
          <a:p/>
          <a:p>
            <a:r>
              <a:t>IF STUCK: No READY means a person to help now, not at minute 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Exhibit B, live; the paper version is in docs/exhibits.pdf. Every number is true and none is labelled as a problem. A team that reads only the board update never looks at this table.</a:t>
            </a:r>
          </a:p>
          <a:p/>
          <a:p>
            <a:r>
              <a:t>POINT AT: The Next quarter column. The company is already sliding before anyone signs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slides of basics, then you will see both of these running. For the non-technical half of the room: an agent is not magic. It is a model, some instructions, a short list of functions it may call, and a loop.</a:t>
            </a:r>
          </a:p>
          <a:p/>
          <a:p>
            <a:r>
              <a:t>SAY: Read the panel top to bottom. The model never touched the database. It asked, and code we wrote did the work. That is the whole trick.</a:t>
            </a:r>
          </a:p>
          <a:p/>
          <a:p>
            <a:r>
              <a:t>LAND: "Hold on to the last line. Who runs the loop is the question the rest of this hour turns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Top panel is everything the model knows about this tool. Bottom panel is ordinary code your engineers already know how to write, test, and secure.</a:t>
            </a:r>
          </a:p>
          <a:p/>
          <a:p>
            <a:r>
              <a:t>SAY: Notice "Use for any clinical question." That one sentence is why refills and insurance questions end up in a nurse's queue later. Tool descriptions are product decisions.</a:t>
            </a:r>
          </a:p>
          <a:p/>
          <a:p>
            <a:r>
              <a:t>KNOW: Eight tools: four for patients (log a reading, log medication, escalate, next check-in) and four for a health plan (engagement, outcome evidence, enrollment status, enroll members).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MCP stands for Model Context Protocol. Think of it as USB for tools: you describe your tools once, and any assistant that speaks MCP can plug them in. Claude, ChatGPT, Copilot and most agent frameworks do.</a:t>
            </a:r>
          </a:p>
          <a:p/>
          <a:p>
            <a:r>
              <a:t>SAY: Left: you built the whole experience. Right: you built only the tools, and the customer's assistant does the talking. Nothing about the tools changes between the two.</a:t>
            </a:r>
          </a:p>
          <a:p/>
          <a:p>
            <a:r>
              <a:t>DO NOT: Pick a winner. Most companies in this room will do both. The next slide is what you trade.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it as two honest columns. MCP is cheaper, faster, and meets the customer where they are. A hosted agent costs more and gives you control.</a:t>
            </a:r>
          </a:p>
          <a:p/>
          <a:p>
            <a:r>
              <a:t>POINT AT: The red row. It is the one that matters for the next hour. When you run the loop, you read every conversation, including every request you could not meet. When the customer runs it, you see a list of function calls and nothing else.</a:t>
            </a:r>
          </a:p>
          <a:p/>
          <a:p>
            <a:r>
              <a:t>LAND: "Keep that row in mind. Northline is about to learn what it could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Five minutes on the clock, in the case teams. Two questions per interaction: which door, and what Northline stops seeing. Do not let them settle for "both": make them pick, and write one line each.</a:t>
            </a:r>
          </a:p>
          <a:p/>
          <a:p>
            <a:r>
              <a:t>LISTEN FOR: The patient side is usually easy: no patient will install anything, so Northline hosts. Prairie splits the room: MCP is cheap and meets the analyst where she works; a hosted portal lets Northline shape what the payer is told. Both are defensible. What Northline stops seeing is the answer that matters.</a:t>
            </a:r>
          </a:p>
          <a:p/>
          <a:p>
            <a:r>
              <a:t>REPORT: Two teams, one minute each. Then say what Northline actually chose: hosted for patients, MCP for Prairie. The next two slides show both running. Do not say yet what that choice cost.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message 12 from the night of texts, sent for real. The agent did everything right. Hold on to that 31 hours.</a:t>
            </a:r>
          </a:p>
          <a:p/>
          <a:p>
            <a:r>
              <a:t>SAY: The refill went nowhere useful. Remember that too; the loop will find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tools, two front doors. With patients, we run the loop and see every word. With Prairie, she runs the loop and we see function names.</a:t>
            </a:r>
          </a:p>
          <a:p/>
          <a:p>
            <a:r>
              <a:t>LAND: What your customer can see is exactly what you handed them, and no more. We never handed her a way to ask how long a flag waits.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a product manager does with support tickets. It just reads all of them, every week.</a:t>
            </a:r>
          </a:p>
          <a:p/>
          <a:p>
            <a:r>
              <a:t>KNOW: Wording on each laptop differs. The file names and numbers match.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board column first. Then the two red rows. Do not draw the conclusion; the tool is about to ask them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Take three answers out loud before Screen types one. Call on a team whose line 2 was blank.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pocket memo from the case, written by the loop from raw logs instead of by an exhausted head of clinical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one of these is real demand. Only one of them changes the two red rows.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Vote each one. Linger on the first. Someone will argue a higher bar saves nurse time; if the room agrees, let them win.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messages are Exhibit E on your paper, the fourth page of docs/exhibits.pdf. The traps are 5, 9, 12, and 13: already had juice, doesn't hurt, probably nothing, don't tell the doctor.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You just made a clinical decision with a parameter. Who signs off on that number in your company?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Deployments live, top right: triage since week 40. Then the Next quarter column, row by row.</a:t>
            </a:r>
          </a:p>
          <a:p/>
          <a:p>
            <a:r>
              <a:t>IF ASKED WHY ESCALATIONS ARE STILL 2,400: "That number is patients, not nurses. Triage didn't change how many people needed help; it changed how much of that help needed a nurse." The check-in agent flags 0.75% of patients a week and triage sits after the flag. What triage moves: the 3,100 inbound texts stop reaching nurses, a routine escalation costs 60% of the time with a drafted reply, and urgent ones are seen first. Nurse work falls from about 4,260 items a week to about 1,580 against a capacity of 3,300, so the wait falls from 31 hours to 4 while the count stays put. The only lever on the count itself is the check-in agent's threshold, and that is the "which patients no longer get a call" question.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PRAIRIE STILL SHOWS 6,000 ESCALATIONS: Same answer: 100,000 patients at 0.75% a week. Triage turns them into about 3,960 items against a capacity of 3,000 with 20 nurses, still over capacity, so 42 hours, not 4. Triage buys time. It does not buy nurses.</a:t>
            </a:r>
          </a:p>
          <a:p/>
          <a:p>
            <a:r>
              <a:t>SAY: This is the board question with evidence behind it. Forty-two hours is the honest number: triage buys time, it does not buy nurses, and the flat fee still does not pay for the care the agent uncovered.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happened in the room. Name them, then go to the last slide and give them the order to do it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today was these six, in this order. The tools are the product. The door is a decision per customer, not a technology choice. Capture is boring and non-negotiable. The loop is a model reading and code counting. A human decides, and every number they pick is tested like a clinical decision. Then you watch the queue the work moved to, because it moved.</a:t>
            </a:r>
          </a:p>
          <a:p/>
          <a:p>
            <a:r>
              <a:t>SAY: Colour is who does the step: grey is code, blue is a model, red is a person in this room. Notice how many are red.</a:t>
            </a:r>
          </a:p>
          <a:p/>
          <a:p>
            <a:r>
              <a:t>CLOSE: Where is this bottleneck hiding in your market? When your AI works, whose queue grows, and who is watching that number this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low alo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tup: READY"/>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company on one scree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an agent is a model in a loop"/>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a tool is a function with a descrip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two ways to ship the same too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sics: what you trad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scuss: which door for which interac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xt the agen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other front do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ep 1: /pm-ru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ult: board vs log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t stops and asks you"/>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diagnosi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proposa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ep 2: /deploy triag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test at the default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same test at 190 over 115"/>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company afte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ign Prairie, with and withou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hat you just did"/>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framework to take hom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