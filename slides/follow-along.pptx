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Three ways. On the projector during the do-along instead of switching windows. As a handout for anyone without a laptop. As the fallback if the wifi dies: every capture here is real.</a:t>
            </a:r>
          </a:p>
          <a:p/>
          <a:p>
            <a:r>
              <a:t>KNOW: Attendees' own screens will differ in wording, because Claude phrases things its own way each time. The tables and numbers will match.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Triage shows zero tools on purpose. Those tools only appear once a triage agent is deployed, which you will do in about forty minutes.</a:t>
            </a:r>
          </a:p>
          <a:p/>
          <a:p>
            <a:r>
              <a:t>IF STUCK: No READY means a person to help now, not at minute 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Exhibit B, live; the paper version is in docs/exhibits.pdf. Every number is true and none is labelled as a problem. A team that reads only the board update never looks at this table.</a:t>
            </a:r>
          </a:p>
          <a:p/>
          <a:p>
            <a:r>
              <a:t>POINT AT: The Next quarter column. The company is already sliding before anyone signs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slides of basics, then you will see both of these running. For the non-technical half of the room: an agent is not magic. It is a model, some instructions, a short list of functions it may call, and a loop.</a:t>
            </a:r>
          </a:p>
          <a:p/>
          <a:p>
            <a:r>
              <a:t>SAY: Read the panel top to bottom. The model never touched the database. It asked, and code we wrote did the work. That is the whole trick.</a:t>
            </a:r>
          </a:p>
          <a:p/>
          <a:p>
            <a:r>
              <a:t>LAND: "Hold on to the last line. Who runs the loop is the question the rest of this hour turns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Top panel is everything the model knows about this tool. Bottom panel is ordinary code your engineers already know how to write, test, and secure.</a:t>
            </a:r>
          </a:p>
          <a:p/>
          <a:p>
            <a:r>
              <a:t>SAY: Notice "Use for any clinical question." That one sentence is why refills and insurance questions end up in a nurse's queue later. Tool descriptions are product decisions.</a:t>
            </a:r>
          </a:p>
          <a:p/>
          <a:p>
            <a:r>
              <a:t>KNOW: Eight tools: four for patients (log a reading, log medication, escalate, next check-in) and four for a health plan (engagement, outcome evidence, enrollment status, enroll members).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MCP stands for Model Context Protocol. Think of it as USB for tools: you describe your tools once, and any assistant that speaks MCP can plug them in. Claude, ChatGPT, Copilot and most agent frameworks do.</a:t>
            </a:r>
          </a:p>
          <a:p/>
          <a:p>
            <a:r>
              <a:t>SAY: Left: you built the whole experience. Right: you built only the tools, and the customer's assistant does the talking. Nothing about the tools changes between the two.</a:t>
            </a:r>
          </a:p>
          <a:p/>
          <a:p>
            <a:r>
              <a:t>DO NOT: Pick a winner. Most companies in this room will do both. The next slide is what you trade.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it as two honest columns. MCP is cheaper, faster, and meets the customer where they are. A hosted agent costs more and gives you control.</a:t>
            </a:r>
          </a:p>
          <a:p/>
          <a:p>
            <a:r>
              <a:t>POINT AT: The red row. It is the one that matters for the next hour. When you run the loop, you read every conversation, including every request you could not meet. When the customer runs it, you see a list of function calls and nothing else.</a:t>
            </a:r>
          </a:p>
          <a:p/>
          <a:p>
            <a:r>
              <a:t>LAND: "Keep that row in mind. Northline is about to learn what it could not see."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message 12 from the night of texts, sent for real. The agent did everything right. Hold on to that 31 hours.</a:t>
            </a:r>
          </a:p>
          <a:p/>
          <a:p>
            <a:r>
              <a:t>SAY: The refill went nowhere useful. Remember that too; the loop will find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tools, two front doors. With patients, we run the loop and see every word. With Prairie, she runs the loop and we see function names.</a:t>
            </a:r>
          </a:p>
          <a:p/>
          <a:p>
            <a:r>
              <a:t>LAND: What your customer can see is exactly what you handed them, and no more. We never handed her a way to ask how long a flag waits.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what a product manager does with support tickets. It just reads all of them, every week.</a:t>
            </a:r>
          </a:p>
          <a:p/>
          <a:p>
            <a:r>
              <a:t>KNOW: Wording on each laptop differs. The file names and numbers match.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the board column first. Then the two red rows. Do not draw the conclusion; the tool is about to ask them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Take three answers out loud before Screen types one. Call on a team whose line 2 was blank.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pocket memo from the case, written by the loop from raw logs instead of by an exhausted head of clinical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one of these is real demand. Only one of them changes the two red rows.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Vote each one. Linger on the first. Someone will argue a higher bar saves nurse time; if the room agrees, let them win.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messages are Exhibit E on your paper, the fourth page of docs/exhibits.pdf. The traps are 5, 9, 12, and 13: already had juice, doesn't hurt, probably nothing, don't tell the doctor.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You just made a clinical decision with a parameter. Who signs off on that number in your company?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Deployments live, top right: triage since week 40. Then the Next quarter column, row by 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board question with evidence behind it. Forty-two hours is the honest number: triage buys time, it does not buy nurses, and the flat fee still does not pay for the care the agent uncovered.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Where is this bottleneck hiding in your market? When your AI works, whose queue grows, and who is watching that number this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low alo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tup: READY"/>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company on one scree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an agent is a model in a loop"/>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a tool is a function with a descriptio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two ways to ship the same tool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what you trad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xt the agent"/>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other front doo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ep 1: /pm-ru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ult: board vs log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t stops and asks you"/>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diagnosi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proposal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ep 2: /deploy triag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test at the default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same test at 190 over 115"/>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company afte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ign Prairie, with and without"/>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hat you just did"/>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